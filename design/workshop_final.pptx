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id="2" name="Picture 1" descr="infographic_sw2_vs_s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560" y="137160"/>
            <a:ext cx="1097280" cy="1550753"/>
          </a:xfrm>
          <a:prstGeom prst="rect">
            <a:avLst/>
          </a:prstGeom>
        </p:spPr>
      </p:pic>
      <p:pic>
        <p:nvPicPr>
          <p:cNvPr id="2" name="Picture 1" descr="infographic_whatsapp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